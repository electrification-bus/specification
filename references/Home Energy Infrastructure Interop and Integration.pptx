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91">
          <p15:clr>
            <a:srgbClr val="9AA0A6"/>
          </p15:clr>
        </p15:guide>
        <p15:guide id="4" orient="horz" pos="180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hasheen Ediriweer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791" orient="horz"/>
        <p:guide pos="18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23T20:44:53.018">
    <p:pos x="196" y="725"/>
    <p:text>sounds like you experienced and diagnosed the issues for this exact thing LOL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8d5061bfd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8d5061bfd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39b1d34a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39b1d34a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0c79e50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0c79e50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39b1d34a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39b1d34a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39b1d34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39b1d34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39b1d34a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39b1d34a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39b1d34a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39b1d34a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0c79e503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0c79e503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39b1d34a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39b1d34a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39b1d34a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39b1d34a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0c79e50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0c79e50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0c79e50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0c79e50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39b1d34a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39b1d34a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39b1d34a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39b1d34a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39b1d34a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39b1d34a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39b1d34a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39b1d34a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39b1d34a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139b1d34a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39b1d34a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139b1d34a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39b1d34a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39b1d34a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39b1d34a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39b1d34a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1d9c070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1d9c070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342975" y="4663275"/>
            <a:ext cx="314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DC Jackson 2025-04-05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homieiot/conventio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-46200" y="-63550"/>
            <a:ext cx="9265200" cy="526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512450" y="4203525"/>
            <a:ext cx="127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2025-04-05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190325" y="4203525"/>
            <a:ext cx="4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V0.2.0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42900" y="1832850"/>
            <a:ext cx="8673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Home Energy Infrastructure</a:t>
            </a:r>
            <a:endParaRPr b="1" sz="4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Interoperability &amp; Integration</a:t>
            </a:r>
            <a:endParaRPr b="1" sz="4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450550" y="4031000"/>
            <a:ext cx="836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3"/>
          <p:cNvSpPr txBox="1"/>
          <p:nvPr/>
        </p:nvSpPr>
        <p:spPr>
          <a:xfrm>
            <a:off x="5448175" y="4203525"/>
            <a:ext cx="21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 Jackson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Energy Infrastructure (HEI) Devices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The devices that provide and support the electrical system of a home:</a:t>
            </a:r>
            <a:endParaRPr sz="6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Utility</a:t>
            </a:r>
            <a:r>
              <a:rPr lang="en" sz="5600">
                <a:solidFill>
                  <a:schemeClr val="dk1"/>
                </a:solidFill>
              </a:rPr>
              <a:t> Meter: provided (and owned) by the Load-Serving-Entity (LSE)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Microgrid Interconnect Device (MID) and/or Transfer-Switch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Electrical panels: </a:t>
            </a:r>
            <a:r>
              <a:rPr lang="en" sz="5600">
                <a:solidFill>
                  <a:schemeClr val="dk1"/>
                </a:solidFill>
              </a:rPr>
              <a:t>conventional</a:t>
            </a:r>
            <a:r>
              <a:rPr lang="en" sz="5600">
                <a:solidFill>
                  <a:schemeClr val="dk1"/>
                </a:solidFill>
              </a:rPr>
              <a:t> and/or “smart”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Battery backup systems (BESS)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PV systems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Meters: within the home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V2X-EVSE </a:t>
            </a:r>
            <a:endParaRPr sz="5600"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5600">
                <a:solidFill>
                  <a:schemeClr val="dk1"/>
                </a:solidFill>
              </a:rPr>
              <a:t>V2X enables the EVSE+EV to be a grid-forming-DER</a:t>
            </a:r>
            <a:endParaRPr sz="5600"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5600">
                <a:solidFill>
                  <a:schemeClr val="dk1"/>
                </a:solidFill>
              </a:rPr>
              <a:t>Non-V2X-EVSE is “only” a high-load appliance (not that </a:t>
            </a:r>
            <a:r>
              <a:rPr lang="en" sz="5600">
                <a:solidFill>
                  <a:schemeClr val="dk1"/>
                </a:solidFill>
              </a:rPr>
              <a:t>there's</a:t>
            </a:r>
            <a:r>
              <a:rPr lang="en" sz="5600">
                <a:solidFill>
                  <a:schemeClr val="dk1"/>
                </a:solidFill>
              </a:rPr>
              <a:t> anything wrong with that!)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Generators: permanent or portable</a:t>
            </a:r>
            <a:endParaRPr sz="5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HEI Device </a:t>
            </a:r>
            <a:r>
              <a:rPr lang="en" sz="6400">
                <a:solidFill>
                  <a:schemeClr val="dk1"/>
                </a:solidFill>
              </a:rPr>
              <a:t>Attributes</a:t>
            </a:r>
            <a:endParaRPr sz="6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Subject to, and compliant with, the National Electric Code, listed to UL standards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AHJ and AGIR approval required before installation, and inspections required afterwards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Installed by licensed professionals (not homeowner)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Reliability and dependability are critical to the homeowner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 Landscape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Many homes utilize HEI devices from different manufacturers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BESS, PV, V2X-EVSE (more than one!), “Smart” Panels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HEI devices desire/require connection to the Internet and/or cloud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Typically, and least expensively, via connection to the home’s LAN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For connection to </a:t>
            </a:r>
            <a:r>
              <a:rPr lang="en" sz="1300">
                <a:solidFill>
                  <a:schemeClr val="dk1"/>
                </a:solidFill>
              </a:rPr>
              <a:t>manufacturer</a:t>
            </a:r>
            <a:r>
              <a:rPr lang="en" sz="1300">
                <a:solidFill>
                  <a:schemeClr val="dk1"/>
                </a:solidFill>
              </a:rPr>
              <a:t>’s cloud, FW updates, and to enable smartphone app for homeowner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HEI devices need to communicate and coordinate with other HEI devices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Grid-status, MID-status, SOE, remote-metering, load-shedding, power-attenuation, energy-shifting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Device Integration APIs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If provided at all, poorly documented, and typically unsupported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Some manufacturers provide only Cloud-based APIs, that: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Suffer from latency issues in the the best case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Unlikely to be available during grid outages, when needed most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Typically based on a RESTfull (request-response) interaction model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 Landscape - Continued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Microgrid Interconnect Device (MID)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The MID function is typically integrated into a single, specific, grid-forming-DER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The integrated MID is unable to interoperate with additional grid-forming DERs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Many HEI devices require metering data from circuits/devices elsewhere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HEI Interop/Integration Challenges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Each HEI device-device integration is a </a:t>
            </a:r>
            <a:r>
              <a:rPr lang="en" sz="5600">
                <a:solidFill>
                  <a:schemeClr val="dk1"/>
                </a:solidFill>
                <a:highlight>
                  <a:srgbClr val="FFFFFF"/>
                </a:highlight>
              </a:rPr>
              <a:t>custom, unique, development effort, which requires the direct involvement of one (or both!) HEI device vendors</a:t>
            </a:r>
            <a:endParaRPr sz="5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  <a:highlight>
                  <a:srgbClr val="FFFFFF"/>
                </a:highlight>
              </a:rPr>
              <a:t>Every HEI device is metering what it has/can, but not sharing!</a:t>
            </a:r>
            <a:endParaRPr sz="5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200">
                <a:solidFill>
                  <a:schemeClr val="dk1"/>
                </a:solidFill>
                <a:highlight>
                  <a:srgbClr val="FFFFFF"/>
                </a:highlight>
              </a:rPr>
              <a:t>When Device-A needs to know what is happening at Device-B, Device-A must provide an unnecessary (and redundant) remote-meter, adding cost and complexity, </a:t>
            </a:r>
            <a:r>
              <a:rPr lang="en" sz="5200">
                <a:solidFill>
                  <a:schemeClr val="dk1"/>
                </a:solidFill>
              </a:rPr>
              <a:t>i.e. Tesla+Neurio</a:t>
            </a:r>
            <a:endParaRPr sz="5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  <a:highlight>
                  <a:srgbClr val="FFFFFF"/>
                </a:highlight>
              </a:rPr>
              <a:t>Lack of HEI command &amp; control APIs results in kludgey workarounds that cause other problems</a:t>
            </a:r>
            <a:endParaRPr sz="5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200">
                <a:solidFill>
                  <a:schemeClr val="dk1"/>
                </a:solidFill>
                <a:highlight>
                  <a:srgbClr val="FFFFFF"/>
                </a:highlight>
              </a:rPr>
              <a:t>Tesla Powerwall ESS needs to curtail PV when off-grid and SOE high (no way to use that excess PV power)</a:t>
            </a:r>
            <a:endParaRPr sz="5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200">
                <a:solidFill>
                  <a:schemeClr val="dk1"/>
                </a:solidFill>
                <a:highlight>
                  <a:srgbClr val="FFFFFF"/>
                </a:highlight>
              </a:rPr>
              <a:t>To do so, Powerwall moves the line frequency out-of-spec, causing PV shutdown, bad side effects:</a:t>
            </a:r>
            <a:endParaRPr sz="5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4800">
                <a:solidFill>
                  <a:schemeClr val="dk1"/>
                </a:solidFill>
                <a:highlight>
                  <a:srgbClr val="FFFFFF"/>
                </a:highlight>
              </a:rPr>
              <a:t>Flickering of llight dimmers </a:t>
            </a:r>
            <a:endParaRPr sz="4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4800">
                <a:solidFill>
                  <a:schemeClr val="dk1"/>
                </a:solidFill>
                <a:highlight>
                  <a:srgbClr val="FFFFFF"/>
                </a:highlight>
              </a:rPr>
              <a:t>Household UPS units interpret the line-frequency change as grid/power failure:</a:t>
            </a:r>
            <a:endParaRPr sz="4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  <a:highlight>
                  <a:srgbClr val="FFFFFF"/>
                </a:highlight>
              </a:rPr>
              <a:t>Transition to battery power, even though the ESS is still powering the home</a:t>
            </a:r>
            <a:endParaRPr sz="4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  <a:highlight>
                  <a:srgbClr val="FFFFFF"/>
                </a:highlight>
              </a:rPr>
              <a:t>The much lower capacity UPS battery drains within minutes, resulting in power loss to the home’s network/computing infrastructure!</a:t>
            </a:r>
            <a:endParaRPr sz="4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172B4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172B4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72B4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Current HEI Interop/Integration Challenges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Request-Response (REST) style APIs result in constant and frequent polling by each and every API client device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HEI devices are getting hammered by everyone else asking for the same information!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Creates a many-to-many problem, everyone is asking everyone else for everything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 Integration Challenges are Growing!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Flexible-Demand and Demand-Response</a:t>
            </a:r>
            <a:endParaRPr sz="16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PUCs will require, and LSEs will want/need to, signal highly-dynamic pricing and demand-response requests, in order to shift energy and attenuate demand</a:t>
            </a:r>
            <a:endParaRPr sz="12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HEI devices will want/need to communicate and control these flexible-demand appliances</a:t>
            </a:r>
            <a:endParaRPr sz="12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Power Control and Avoiding Service Upgrades</a:t>
            </a:r>
            <a:endParaRPr sz="16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NEC-705.13 &amp; UL-3141 Power Control Systems (PCS/EMS) standards enable support of new, large loads within the home, without costly service upgrades, 100 Amp service is not a barrier to whole-home electrification!</a:t>
            </a:r>
            <a:endParaRPr sz="12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PCS/EMS capabilities will also provide benefits to DERs and homeowner during grid outages</a:t>
            </a:r>
            <a:endParaRPr sz="12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Homeowners will demand support for multiple grid-forming DERs</a:t>
            </a:r>
            <a:endParaRPr sz="16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E.g. a BESS, PV-system, one or more V2H/V2G capable EVSEs/EVs, and a portable generator for emergencies</a:t>
            </a:r>
            <a:endParaRPr sz="12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Therefore the MID </a:t>
            </a:r>
            <a:r>
              <a:rPr b="1" lang="en" sz="1200">
                <a:solidFill>
                  <a:schemeClr val="dk1"/>
                </a:solidFill>
              </a:rPr>
              <a:t>MUST</a:t>
            </a:r>
            <a:r>
              <a:rPr lang="en" sz="1200">
                <a:solidFill>
                  <a:schemeClr val="dk1"/>
                </a:solidFill>
              </a:rPr>
              <a:t> become a separate/distinct HEI device,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and </a:t>
            </a:r>
            <a:r>
              <a:rPr b="1" lang="en" sz="1200">
                <a:solidFill>
                  <a:schemeClr val="dk1"/>
                </a:solidFill>
              </a:rPr>
              <a:t>MUST</a:t>
            </a:r>
            <a:r>
              <a:rPr lang="en" sz="1200">
                <a:solidFill>
                  <a:schemeClr val="dk1"/>
                </a:solidFill>
              </a:rPr>
              <a:t> be capable of communicating and coordinating with multiple DERs</a:t>
            </a:r>
            <a:endParaRPr sz="1200"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</a:rPr>
              <a:t>A “market-leading BESS vendor” is currently shopping their 3P MID spec, “smart” panels may well include a MID </a:t>
            </a:r>
            <a:endParaRPr sz="12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Homeowners will demand integration of disparate HEI devices into whole-home EMS and home-automation systems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 Device Integration Requirements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Connectivity/Communication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HEI devices need to get to the Internet/Cloud (“phone home”, user-app support)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HEI devices </a:t>
            </a:r>
            <a:r>
              <a:rPr b="1" lang="en">
                <a:solidFill>
                  <a:schemeClr val="dk1"/>
                </a:solidFill>
              </a:rPr>
              <a:t>MUST</a:t>
            </a:r>
            <a:r>
              <a:rPr lang="en">
                <a:solidFill>
                  <a:schemeClr val="dk1"/>
                </a:solidFill>
              </a:rPr>
              <a:t> be interconnected to communicate/cooperate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Support for multiple Devices/Clients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More than one subscriber may want/need status/state/measurement data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MID and multiple DERs will need to coordinate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Discovery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HEI devices need to be found (by each other) on the LAN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Protocols &amp; APIs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Open, free-to-use, documented, and (ideally) standard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Support publish/subscribe FIRST, only when necessary &amp; appropriate: REST/CRUD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All API access </a:t>
            </a:r>
            <a:r>
              <a:rPr b="1" lang="en">
                <a:solidFill>
                  <a:schemeClr val="dk1"/>
                </a:solidFill>
              </a:rPr>
              <a:t>MUST</a:t>
            </a:r>
            <a:r>
              <a:rPr lang="en">
                <a:solidFill>
                  <a:schemeClr val="dk1"/>
                </a:solidFill>
              </a:rPr>
              <a:t> be LOCAL, not via a cloud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 Device Integration Requirements - 2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Authentication, Authorization, and Security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Control of home’s power, energy, and loads must be secure. 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Measurements and state have significant privacy implications.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 Interop Proposal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HEI device providers should adopt a common interop/integration framework, the working name for which is: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“</a:t>
            </a:r>
            <a:r>
              <a:rPr b="1" lang="en" sz="2400"/>
              <a:t>Electrification Bus”</a:t>
            </a:r>
            <a:endParaRPr b="1"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AKA </a:t>
            </a:r>
            <a:endParaRPr sz="19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“</a:t>
            </a:r>
            <a:r>
              <a:rPr b="1" lang="en" sz="2400"/>
              <a:t>eBus</a:t>
            </a:r>
            <a:r>
              <a:rPr lang="en" sz="2400"/>
              <a:t>”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Framework</a:t>
            </a:r>
            <a:r>
              <a:rPr lang="en"/>
              <a:t> Principles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Connectivity: IP networking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Primarily hardwired Ethernet, secondarily, if necessary, Wi-Fi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Network Discovery: mDNS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Each HEI device should advertise its </a:t>
            </a:r>
            <a:r>
              <a:rPr lang="en">
                <a:solidFill>
                  <a:schemeClr val="dk1"/>
                </a:solidFill>
              </a:rPr>
              <a:t>existence and </a:t>
            </a:r>
            <a:r>
              <a:rPr lang="en">
                <a:solidFill>
                  <a:schemeClr val="dk1"/>
                </a:solidFill>
              </a:rPr>
              <a:t>capabilities via mDNS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Discover other HEI devices by listening for their advertisements/broadcasts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APIs: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“Publish/Subscribe First”, using the standard message protocol - MQTT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Each HEI device publishes its status and state to MQTT topics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Inter-device control via messages on command topics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REST APIs, for when CRUD is the “right tool for the job”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Enrollment/Authentication/Authorization: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Define process enabling guided (if not automated) workflows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Transport Security: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Aspirationally, mutual TLS would be used.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Framework Principles</a:t>
            </a:r>
            <a:r>
              <a:rPr lang="en"/>
              <a:t> - continued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API Discovery: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HEI devices </a:t>
            </a:r>
            <a:r>
              <a:rPr b="1" lang="en">
                <a:solidFill>
                  <a:schemeClr val="dk1"/>
                </a:solidFill>
              </a:rPr>
              <a:t>MUST</a:t>
            </a:r>
            <a:r>
              <a:rPr lang="en">
                <a:solidFill>
                  <a:schemeClr val="dk1"/>
                </a:solidFill>
              </a:rPr>
              <a:t> publish their interface specs (locally)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Message broker topics:  Homie, and possibly AsyncAPI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REST: OpenAPI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Message schemas: JSON Schema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Device Discovery Registry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Is a centralized database of HEI discoverable devices needed?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Practicalities - Discovery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Discovery/mDNS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Advertising</a:t>
            </a:r>
            <a:r>
              <a:rPr lang="en">
                <a:solidFill>
                  <a:schemeClr val="dk1"/>
                </a:solidFill>
              </a:rPr>
              <a:t> via mDNS is easy on even ESP32/ESPHome microcontrollers,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trivial on on Linux (using avahi), “just do it”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Receiving mDNS on Linux (using avahi) is straightforward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 mDNS advertisement by a SPAN smart panel: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5" title="Screenshot 2025-04-18 at 2.50.57 PM.png"/>
          <p:cNvPicPr preferRelativeResize="0"/>
          <p:nvPr/>
        </p:nvPicPr>
        <p:blipFill rotWithShape="1">
          <a:blip r:embed="rId3">
            <a:alphaModFix/>
          </a:blip>
          <a:srcRect b="3866" l="0" r="0" t="3857"/>
          <a:stretch/>
        </p:blipFill>
        <p:spPr>
          <a:xfrm>
            <a:off x="2419225" y="3081925"/>
            <a:ext cx="3918100" cy="17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Practicalities - Message Brokers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Message-Brokers/MQTT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Connecting to MQTT brokers and topic subscription &amp; publishing is easy on both microcontrollers and Linux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Hosting a MQTT broker (e.g. Mosquitto) on Linux is straightforward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Some HEI devices will want/need to host their own broker</a:t>
            </a:r>
            <a:endParaRPr>
              <a:solidFill>
                <a:schemeClr val="dk1"/>
              </a:solidFill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Other devices with brokers of their own can use MQTT-bridging functionality to seamlessly arrange for remote-broker topics &amp; messages to be available on their local broker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HEI devices that don’t support a local MQTT broker can arrange to publish and subscribe to another device’s broker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Practicalities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MQTT </a:t>
            </a:r>
            <a:r>
              <a:rPr lang="en"/>
              <a:t>Topic &amp; Message Formats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411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eBus has adopted the </a:t>
            </a:r>
            <a:r>
              <a:rPr lang="en" sz="5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Homie Convention (v5)</a:t>
            </a:r>
            <a:r>
              <a:rPr lang="en" sz="5600">
                <a:solidFill>
                  <a:schemeClr val="dk1"/>
                </a:solidFill>
              </a:rPr>
              <a:t>: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Homie Convention is a </a:t>
            </a:r>
            <a:r>
              <a:rPr lang="en"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definition on top of MQTT</a:t>
            </a:r>
            <a:r>
              <a:rPr lang="en" sz="5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between IoT devices and controlling entities.</a:t>
            </a:r>
            <a:endParaRPr sz="5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Homie Convention defines a standardized way of how IoT devices and services announce themselves and their data on the communication channel. </a:t>
            </a:r>
            <a:endParaRPr sz="5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Homie Convention is thereby a crucial aspect in the support of automatic discovery, configuration and usage of devices and services over the MQTT protocol.</a:t>
            </a:r>
            <a:endParaRPr sz="5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The eBus/Homie Convention provides: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A standard </a:t>
            </a:r>
            <a:r>
              <a:rPr lang="en" sz="5600">
                <a:solidFill>
                  <a:schemeClr val="dk1"/>
                </a:solidFill>
              </a:rPr>
              <a:t>framework</a:t>
            </a:r>
            <a:r>
              <a:rPr lang="en" sz="5600">
                <a:solidFill>
                  <a:schemeClr val="dk1"/>
                </a:solidFill>
              </a:rPr>
              <a:t> and structure for HEI device topics and their payloads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Requires each device to publish a schema defining its </a:t>
            </a:r>
            <a:r>
              <a:rPr lang="en" sz="5600">
                <a:solidFill>
                  <a:schemeClr val="dk1"/>
                </a:solidFill>
              </a:rPr>
              <a:t>structure</a:t>
            </a:r>
            <a:r>
              <a:rPr lang="en" sz="5600">
                <a:solidFill>
                  <a:schemeClr val="dk1"/>
                </a:solidFill>
              </a:rPr>
              <a:t> and properties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Property schema includes datatype, unit-of-measure, and support for clients to publish “commands” (via the settable attribute of a property)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A well-defined “life cycle” for devices, enabling clients to know the state and status of others</a:t>
            </a:r>
            <a:endParaRPr sz="5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600">
                <a:solidFill>
                  <a:schemeClr val="dk1"/>
                </a:solidFill>
              </a:rPr>
              <a:t>A well-defined </a:t>
            </a:r>
            <a:r>
              <a:rPr lang="en" sz="5600">
                <a:solidFill>
                  <a:schemeClr val="dk1"/>
                </a:solidFill>
              </a:rPr>
              <a:t>extension mechanism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Practicalities - Adapters &amp; Proxies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What if “some HEI vendor” doesn’t support eBus? (a “pedestrian”)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Any eBus device (a “rider”!) could integrate with the pedestrian device “by any means necessary”, for example: poll that device’s REST API, or communicate via legacy Modbus/RS-485 interfaces, and publish/represent the pedestrian device to an eBus broker, using the eBus/Homie convention. 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Such an integration is an example of an eBus “adapter”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Other eBus rider devices can access the pedestrian’s data via MQTT, in effect, the rider that adapted the pedestrian device is proxying the pedestrian’s data to eBus.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Note that eBus adapters may be implemented by anyone, </a:t>
            </a:r>
            <a:r>
              <a:rPr lang="en">
                <a:solidFill>
                  <a:schemeClr val="dk1"/>
                </a:solidFill>
              </a:rPr>
              <a:t>anywhere, on the home’s LAN!  HEI device manufacturers won’t necessarily need to develop all eBus integrations themselves. And once one “rider” has adapted/proxied a pedestrian’s data, all eBus riders benefit!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and Other Protocols, APIs, &amp; Standards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eBus’ focus is HEI devices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Not IoT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Not Utility/Customer signaling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eBus (and its riders) embraces other standards that facilitate communication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and interoperation with other energy system participants and devices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Examples: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eBus </a:t>
            </a:r>
            <a:r>
              <a:rPr lang="en">
                <a:solidFill>
                  <a:schemeClr val="dk1"/>
                </a:solidFill>
              </a:rPr>
              <a:t>devices will want to communicate and control IoT devices (typically loads) in the home, via protocols like Matter, CTA-2045, and OpenADR-3. eBus adapters to these protocols provides visibility and control of devices supporting these protocols in the home to eBus riders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An eBus-OpenADR-3 adapter would connect to the LSE’s price-server, and provide prices and grid-events to eBus riders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An eBus device needing to control a flexible-demand load might use either Matter or OpenADR-3 to control the load’s power or shift its energy consumption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CTA-2045 Adapter - Water Heater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57570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 eBus Home Energy Management System (HEMS) controls power and shifts the energy consumption of a water-heater, using the water-heater’s integrated CTA-2045 (EcoPort) interface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SkyCentrics UCM is used to connect (via Wi-Fi) to the eBus MQTT broker, the UCM transports/tunnels CTA-2045 messages and commands over MQTT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 eBus-CTA-2045 adapter converts/decodes the binary CTA-2045 messages/commands and re-publishes them to eBus topics in accordance with the eBus/Homie Convention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 eBus HEMS reads the status/mode of the WH, and can invoke shed and/or load-up commands via MQTT messaging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325" y="1152472"/>
            <a:ext cx="2483100" cy="213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eBus Matter Adapter - HVAC/Thermostat	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152475"/>
            <a:ext cx="575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 eBus HEMS shifts energy consumption of a HVAC, by sending commands to a Matter-enabled Thermostat controlling the HVAC system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 eBus-Matter adapter bridges Matter device status to MQTT, in accordance with the eBus/Homie Convention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 eBus HEMS reads the HVAC system status via MQTT messages, and sends command message to adjust the HVAC setpoints, and set its mode (off, on, cooling, heating, auto, etc)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600" y="1603560"/>
            <a:ext cx="2780400" cy="238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Calls to Action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HEI device </a:t>
            </a:r>
            <a:r>
              <a:rPr lang="en">
                <a:solidFill>
                  <a:schemeClr val="dk1"/>
                </a:solidFill>
              </a:rPr>
              <a:t>manufacturers: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Adopt and support the eBus framework for your HEI devices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Hop aboard the eBus!!!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Developers: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Create eBus adapters to enable new/innovative integrations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Homeowners: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Demand eBus support for the HEI devices you buy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Futures - eBus Execution Contexts</a:t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eBus adapters run on a microcomputer/microcontroller somewhere (obviously), in other words, eBus adapters require an “execution context”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HEI device vendors can easily support eBus adapters within their products, but where will adapters by third-party developers run?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Today</a:t>
            </a:r>
            <a:r>
              <a:rPr lang="en">
                <a:solidFill>
                  <a:schemeClr val="dk1"/>
                </a:solidFill>
              </a:rPr>
              <a:t>: Third-party adapters will need to bring their own execution context, </a:t>
            </a:r>
            <a:r>
              <a:rPr lang="en">
                <a:solidFill>
                  <a:schemeClr val="dk1"/>
                </a:solidFill>
              </a:rPr>
              <a:t>for</a:t>
            </a:r>
            <a:r>
              <a:rPr lang="en">
                <a:solidFill>
                  <a:schemeClr val="dk1"/>
                </a:solidFill>
              </a:rPr>
              <a:t> example, via a SBC/microcontroller connected to the home LAN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Tomorrow:</a:t>
            </a:r>
            <a:r>
              <a:rPr lang="en">
                <a:solidFill>
                  <a:schemeClr val="dk1"/>
                </a:solidFill>
              </a:rPr>
              <a:t> Some eBus-supporting HEI devices may choose to provide installable “containers” (Docker-like, but likely lighter-weight, cgroups + namespacing), providing an execution context and </a:t>
            </a:r>
            <a:r>
              <a:rPr lang="en">
                <a:solidFill>
                  <a:schemeClr val="dk1"/>
                </a:solidFill>
              </a:rPr>
              <a:t>access</a:t>
            </a:r>
            <a:r>
              <a:rPr lang="en">
                <a:solidFill>
                  <a:schemeClr val="dk1"/>
                </a:solidFill>
              </a:rPr>
              <a:t> the the eBus MQTT broker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